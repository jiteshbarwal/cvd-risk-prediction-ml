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68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0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Identifying Cardiovascular Disease Risk with Machine Learning</a:t>
            </a:r>
            <a:endParaRPr lang="en-US" sz="4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Harsh </a:t>
            </a:r>
            <a:r>
              <a:rPr lang="en-US" sz="16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Matolia</a:t>
            </a: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(2210991622)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Jitesh </a:t>
            </a:r>
            <a:r>
              <a:rPr lang="en-US" sz="16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Barwal</a:t>
            </a: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(2210991721)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Pratham Pathania(2210992077)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Visesh Kumar(2210992540)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Swati Goel/ Jitesh </a:t>
            </a:r>
            <a:r>
              <a:rPr lang="en-US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Barwal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16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Introduction to Cardiovascular Disease (CVD)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Related Work and Literature Review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Dataset: UCI Cleveland Heart Disease Dataset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Dataset Features and Attribute Description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Research Methodology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Feature Selection Techniques: SVD and LDA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Machine Learning Classifiers: KNN, NB, LR, DT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Results: Classifier Performance Comparison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Comparison with Related Work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Conclusion and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Cardiovascular Disease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CVD is a group of diseases affecting the heart and blood vessels of the circulatory system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CVD is the No. 1 global cause of mortality: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Contributed to less than 10% of global deaths in the early 20th century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Rose to 30% of all global deaths by 2001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17.3 million deaths per year -- projected to reach 23.6 million by 2030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~80% of CVD deaths occur in low- and middle-income countries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India and China: Surge in atherosclerotic CVD risk factors leading to increased coronary and cerebrovascular events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In England alone: ~62 million affected by CVD; ~50 million dealing with hypertension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Early diagnosis is critical: timely detection directly impacts patient outcomes and reduces healthcare costs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Challenge: Processing large volumes of patient cardiac data is tedious even for healthcare professionals -- ML can help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 and Literature Review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Significant prior research on ML-based CVD prediction using UCI Cleveland Heart Disease Dataset (CHDD):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Ramakrishnan (2024): RF, DT, MLP, XGBoost -- best accuracy 87.28%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Reddy et al. (2024): 10 ML classifiers (Lazy, Meta, Bayes, Trees) -- best accuracy 86.4%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Alotaibi et al. (2025): Chi-squared, dimensionality reduction, NB -- best accuracy 85.15%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Younas (2024): DT, SVM, KNN, NB, LR, RF -- best accuracy 86.89% using LR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Rani et al. (2025): Genetic Algorithm + Recursive Feature Elimination -- accuracy 86.6%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Bataineh et al. (2023): Hybrid MLP-PSO + 10 ML algorithms -- best accuracy 84.61%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Reddy et al. (2026): DT, DA, LR, NB with and without PCA -- best accuracy 85.8%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Fahim et al. (2025): GA + RFE hybrid + KNN, RF, DT, XGBoost -- accuracy 73.72%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Our study surpasses all prior work: Naive Bayes with LDA/SVD achieves 88.50%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UCI Cleveland Heart Disease Dataset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Source: UCI Cleveland Clinic Heart Disease Dataset (publicly available)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Dataset Statistics: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303 patient records -- 207 male, 96 female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76 total attributes; 13 selected as predictive features + 1 target attribute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Target attribute: 1 = Patient has CVD; 0 = Patient does not have CVD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Class Distribution: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176 patients (Target 1): Diagnosed with CVD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127 patients (Target 0): No CVD diagnosed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Why this dataset?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Gold standard benchmark for cardiovascular ML research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Used consistently across all major related studies -- enables direct comparison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Comprehensive mix of physiological, biochemical, and clinical features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All 13 features cover key clinical indicators: age, sex, chest pain type, blood pressure, cholesterol, ECG results, and 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Features and Attribute Description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13 Predictive Features Used: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Age: Patient age in years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Sex: 1 = Male, 0 = Female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Chest Pain: Common CVD symptom ranging from mild discomfort to life-threatening severity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Resting Blood Pressure: Normal range below 120 mmHg systolic and below 80 mmHg diastolic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Cholesterol: High levels are a major cardiac risk factor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Fasting Blood Sugar: Ideal range 90-130 mg/dL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Resting ECG Results: Normal resting heart rate 60-100 bpm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Maximum Heart Rate: Highest beats per minute achieved during exercise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Exercise-Induced Angina: Chest pain from insufficient oxygen supply to heart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Oldpeak: Measure of ECG abnormality (in mm)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Peak Exercise ST Segment: Part of ECG evaluated during stress test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Ca (Major Vessels Count): Ca = 0 indicates presence of heart disease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Thal: Nuclear stress test measuring blood flow to heart at rest and activity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End-to-End ML Pipeline: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Step 1: Load UCI Cleveland Heart Disease dataset (303 patients, 13 features)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Step 2: Data preprocessing and cleaning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Step 3: Apply feature selection (SVD and LDA) to reduce dimensionality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Step 4: Split data into training and test sets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Step 5: Train 4 classifiers -- KNN, Naive Bayes, Logistic Regression, Decision Tree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Step 6: Evaluate accuracy with and without feature selection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Step 7: Compare results across all classifiers and feature selection methods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Evaluation Metric -- Accuracy: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Accuracy = (Total Correct Predictions / Total Predictions) x 100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Three experimental settings per classifier: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Without feature selection | With SVD | With LDA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Goal: Identify best classifier + feature selection combination for CVD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SVD and LDA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Singular Value Decomposition (SVD):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Fundamental matrix factorization technique for dimensionality reduction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Decomposes a matrix into singular vectors and singular values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Underpins Principal Component Analysis (PCA)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Provides a numerically stable decomposition used across many ML applications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Captures maximum data variance in reduced dimensions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Linear Discriminant Analysis (LDA):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Widely used preprocessing step for ML-based dimensionality reduction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Maximizes ratio of between-class variance to within-class variance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Ensures maximum class separation -- particularly suited for binary classification (CVD: yes/no)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More discriminative than SVD for supervised classification tasks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Impact: Both techniques reduced 13 features to a compact discriminative representation, filtering noise and improving classifier signal 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Classifiers: KNN, NB, LR, Decision Tree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K-Nearest Neighbor (KNN):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Classifies samples by finding K closest training examples in feature space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Straightforward and effective; computationally feasible with modern hardware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Naive Bayes (NB):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Uses Bayes' theorem with strong conditional independence assumption between features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Computes posterior probability P(y|x) for each class -- assigns highest probability class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Despite simplicity, delivers competitive accuracy in many real-world settings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Logistic Regression (LR):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Introduced in the late 1960s as an alternative to ordinary least squares (OLS)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Models relationship between categorical outcome and continuous predictors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Widely used in medical research for hypothesis testing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Decision Tree (DT):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Tree structure with root, internal test nodes, and leaf decision nodes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Minimizes generalization error; geometrically interpreted as axis-orthogonal hyperplanes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Highly interpretable -- doctors can follow the decision path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Classifier Performance Comparison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Performance across all 4 classifiers tested with 3 conditions (Table 2):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Without Feature Selection (Baseline):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KNN: 62% | NB: 81% | LR: 81% | DT: 65%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With SVD Feature Selection: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KNN: 85% | NB: 88.5% | LR: 85% | DT: 75%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With LDA Feature Selection: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KNN: 86% | NB: 82% | LR: 83% | DT: 77%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Best Result: Naive Bayes + SVD = 88.50% accuracy -- highest of all combinations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Key Observations: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Feature selection consistently improves all classifiers over baseline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KNN showed the most dramatic gain: 62% -&gt; 86% (+24 percentage points with LDA)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DT benefited most from LDA (65% -&gt; 77%); NB benefited most from SVD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LR performance was stable and reliable across both feature selection methods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Related Work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Our model outperforms all prior published results on the UCI Cleveland dataset: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Ramakrishnan (2024): RF + XGBoost -- 87.28% (ours: +1.22%)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Younas (2024): LR -- 86.89% (ours: +1.61%)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Rani et al. (2025): GA + RFE -- 86.6% (ours: +1.9%)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Reddy et al. (2024): 10 classifiers -- 86.4% (ours: +2.1%)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Reddy et al. (2026): DT, DA, LR, NB with PCA -- 85.8% (ours: +2.7%)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Alotaibi et al. (2025): Chi-squared + NB -- 85.15% (ours: +3.35%)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Bataineh et al. (2023): MLP-PSO Hybrid -- 84.61% (ours: +3.89%)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Fahim et al. (2025): GA + RFE hybrid -- 73.72% (ours: +14.78%)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Our approach uses a simpler pipeline (NB + SVD) yet achieves superior accuracy -- demonstrating that the right feature selection method matters more than model complexity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Conclusion: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Applied 4 classifiers (KNN, NB, LR, DT) with 2 feature selection methods (SVD, LDA) on UCI Cleveland dataset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Naive Bayes with SVD achieved the highest accuracy: 88.50%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NB outperformed all other classifiers across all evaluated performance parameters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Feature selection dramatically improved results -- KNN baseline 62% to 86% with LDA (+24%)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NB is a valuable clinical tool: high accuracy + early-stage CVD prediction capability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Our 88.50% accuracy surpasses all 8 comparable prior studies on the same dataset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Limitations: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Small dataset: only 303 patient records -- may limit generalization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Binary classification only: does not distinguish CVD subtypes or severity stages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No real-time clinical validation conducted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Future Scope: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Explore ensemble methods (Random Forest, XGBoost stacking) to push accuracy further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Incorporate larger, multi-center datasets for improved generalizability</a:t>
            </a:r>
          </a:p>
          <a:p>
            <a:pPr marL="914400" lvl="1" indent="-317500">
              <a:buClr>
                <a:srgbClr val="000000"/>
              </a:buClr>
              <a:buSzPts val="1200"/>
              <a:buChar char="–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Develop real-time CVD prediction system for deployment in clinical settings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34723</TotalTime>
  <Words>1723</Words>
  <Application>Microsoft Office PowerPoint</Application>
  <PresentationFormat>On-screen Show (4:3)</PresentationFormat>
  <Paragraphs>174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Visesh Kumar</cp:lastModifiedBy>
  <cp:revision>2303</cp:revision>
  <dcterms:created xsi:type="dcterms:W3CDTF">2010-04-09T07:36:15Z</dcterms:created>
  <dcterms:modified xsi:type="dcterms:W3CDTF">2026-05-18T09:00:54Z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